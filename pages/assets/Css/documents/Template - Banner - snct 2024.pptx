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404050" cy="43205400"/>
  <p:notesSz cx="6877050" cy="100028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7">
          <p15:clr>
            <a:srgbClr val="A4A3A4"/>
          </p15:clr>
        </p15:guide>
        <p15:guide id="2" pos="10205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EymH5SEByQLaohd4icC5tVMR9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3" autoAdjust="0"/>
    <p:restoredTop sz="94660"/>
  </p:normalViewPr>
  <p:slideViewPr>
    <p:cSldViewPr snapToGrid="0">
      <p:cViewPr>
        <p:scale>
          <a:sx n="25" d="100"/>
          <a:sy n="25" d="100"/>
        </p:scale>
        <p:origin x="1176" y="-3930"/>
      </p:cViewPr>
      <p:guideLst>
        <p:guide orient="horz" pos="13607"/>
        <p:guide pos="10205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973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75" tIns="0" rIns="20075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797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75" tIns="0" rIns="20075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038350" y="757238"/>
            <a:ext cx="2800350" cy="3736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7575" y="4751388"/>
            <a:ext cx="5041900" cy="45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100" tIns="48550" rIns="97100" bIns="485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02775"/>
            <a:ext cx="297973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75" tIns="0" rIns="20075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97313" y="9502775"/>
            <a:ext cx="2979737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75" tIns="0" rIns="2007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1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67881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7575" y="4751388"/>
            <a:ext cx="5041900" cy="4500562"/>
          </a:xfrm>
          <a:prstGeom prst="rect">
            <a:avLst/>
          </a:prstGeom>
        </p:spPr>
        <p:txBody>
          <a:bodyPr spcFirstLastPara="1" wrap="square" lIns="97100" tIns="48550" rIns="97100" bIns="485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8350" y="757238"/>
            <a:ext cx="2800350" cy="3736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362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lvl="0" algn="ctr">
              <a:spcBef>
                <a:spcPts val="3020"/>
              </a:spcBef>
              <a:spcAft>
                <a:spcPts val="0"/>
              </a:spcAft>
              <a:buClr>
                <a:srgbClr val="888888"/>
              </a:buClr>
              <a:buSzPts val="151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640"/>
              </a:spcBef>
              <a:spcAft>
                <a:spcPts val="0"/>
              </a:spcAft>
              <a:buClr>
                <a:srgbClr val="888888"/>
              </a:buClr>
              <a:buSzPts val="13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260"/>
              </a:spcBef>
              <a:spcAft>
                <a:spcPts val="0"/>
              </a:spcAft>
              <a:buClr>
                <a:srgbClr val="888888"/>
              </a:buClr>
              <a:buSzPts val="11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620838" y="10080625"/>
            <a:ext cx="29162375" cy="2851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2559696" y="27763479"/>
            <a:ext cx="27543443" cy="858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9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b" anchorCtr="0">
            <a:noAutofit/>
          </a:bodyPr>
          <a:lstStyle>
            <a:lvl1pPr marL="457200" lvl="0" indent="-228600" algn="l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 sz="9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8500"/>
              <a:buNone/>
              <a:defRPr sz="85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520"/>
              </a:spcBef>
              <a:spcAft>
                <a:spcPts val="0"/>
              </a:spcAft>
              <a:buClr>
                <a:srgbClr val="888888"/>
              </a:buClr>
              <a:buSzPts val="7600"/>
              <a:buNone/>
              <a:defRPr sz="7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5743846" y="63507947"/>
            <a:ext cx="51402048" cy="179642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lvl="0" indent="-1066800" algn="l"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marL="914400" lvl="1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marL="1371600" lvl="2" indent="-83185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•"/>
              <a:defRPr sz="9500"/>
            </a:lvl3pPr>
            <a:lvl4pPr marL="1828800" lvl="3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marL="2286000" lvl="4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marL="2743200" lvl="5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marL="3200400" lvl="6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marL="3657600" lvl="7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marL="4114800" lvl="8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57685960" y="63507947"/>
            <a:ext cx="51402051" cy="179642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lvl="0" indent="-1066800" algn="l"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marL="914400" lvl="1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marL="1371600" lvl="2" indent="-83185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•"/>
              <a:defRPr sz="9500"/>
            </a:lvl3pPr>
            <a:lvl4pPr marL="1828800" lvl="3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marL="2286000" lvl="4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marL="2743200" lvl="5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marL="3200400" lvl="6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marL="3657600" lvl="7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marL="4114800" lvl="8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b" anchorCtr="0">
            <a:noAutofit/>
          </a:bodyPr>
          <a:lstStyle>
            <a:lvl1pPr marL="457200" lvl="0" indent="-22860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sz="11300" b="1"/>
            </a:lvl1pPr>
            <a:lvl2pPr marL="914400" lvl="1" indent="-22860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 b="1"/>
            </a:lvl2pPr>
            <a:lvl3pPr marL="1371600" lvl="2" indent="-22860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8500" b="1"/>
            </a:lvl3pPr>
            <a:lvl4pPr marL="1828800" lvl="3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4pPr>
            <a:lvl5pPr marL="2286000" lvl="4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5pPr>
            <a:lvl6pPr marL="2743200" lvl="5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6pPr>
            <a:lvl7pPr marL="3200400" lvl="6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7pPr>
            <a:lvl8pPr marL="3657600" lvl="7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8pPr>
            <a:lvl9pPr marL="4114800" lvl="8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620203" y="13701713"/>
            <a:ext cx="14317416" cy="248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lvl="0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marL="914400" lvl="1" indent="-83185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–"/>
              <a:defRPr sz="9500"/>
            </a:lvl2pPr>
            <a:lvl3pPr marL="1371600" lvl="2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marL="1828800" lvl="3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marL="2286000" lvl="4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marL="2743200" lvl="5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marL="3200400" lvl="6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marL="3657600" lvl="7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marL="4114800" lvl="8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16460809" y="9671212"/>
            <a:ext cx="14323040" cy="403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b" anchorCtr="0">
            <a:noAutofit/>
          </a:bodyPr>
          <a:lstStyle>
            <a:lvl1pPr marL="457200" lvl="0" indent="-22860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sz="11300" b="1"/>
            </a:lvl1pPr>
            <a:lvl2pPr marL="914400" lvl="1" indent="-22860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None/>
              <a:defRPr sz="9500" b="1"/>
            </a:lvl2pPr>
            <a:lvl3pPr marL="1371600" lvl="2" indent="-22860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8500" b="1"/>
            </a:lvl3pPr>
            <a:lvl4pPr marL="1828800" lvl="3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4pPr>
            <a:lvl5pPr marL="2286000" lvl="4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5pPr>
            <a:lvl6pPr marL="2743200" lvl="5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6pPr>
            <a:lvl7pPr marL="3200400" lvl="6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7pPr>
            <a:lvl8pPr marL="3657600" lvl="7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8pPr>
            <a:lvl9pPr marL="4114800" lvl="8" indent="-2286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16460809" y="13701713"/>
            <a:ext cx="14323040" cy="248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lvl="0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marL="914400" lvl="1" indent="-83185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–"/>
              <a:defRPr sz="9500"/>
            </a:lvl2pPr>
            <a:lvl3pPr marL="1371600" lvl="2" indent="-76835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marL="1828800" lvl="3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marL="2286000" lvl="4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marL="2743200" lvl="5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marL="3200400" lvl="6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marL="3657600" lvl="7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marL="4114800" lvl="8" indent="-71120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620208" y="1720215"/>
            <a:ext cx="10660709" cy="732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2669083" y="1720218"/>
            <a:ext cx="18114764" cy="3687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lvl="0" indent="-1187450" algn="l"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15100"/>
            </a:lvl1pPr>
            <a:lvl2pPr marL="914400" lvl="1" indent="-1066800" algn="l"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13200"/>
            </a:lvl2pPr>
            <a:lvl3pPr marL="1371600" lvl="2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3pPr>
            <a:lvl4pPr marL="1828800" lvl="3" indent="-83185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–"/>
              <a:defRPr sz="9500"/>
            </a:lvl4pPr>
            <a:lvl5pPr marL="2286000" lvl="4" indent="-83185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»"/>
              <a:defRPr sz="9500"/>
            </a:lvl5pPr>
            <a:lvl6pPr marL="2743200" lvl="5" indent="-83185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•"/>
              <a:defRPr sz="9500"/>
            </a:lvl6pPr>
            <a:lvl7pPr marL="3200400" lvl="6" indent="-83185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•"/>
              <a:defRPr sz="9500"/>
            </a:lvl7pPr>
            <a:lvl8pPr marL="3657600" lvl="7" indent="-83185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•"/>
              <a:defRPr sz="9500"/>
            </a:lvl8pPr>
            <a:lvl9pPr marL="4114800" lvl="8" indent="-831850" algn="l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•"/>
              <a:defRPr sz="95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620208" y="9041139"/>
            <a:ext cx="10660709" cy="2955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lvl="0" indent="-228600" algn="l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marL="914400" lvl="1" indent="-2286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marL="1371600" lvl="2" indent="-228600" algn="l"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marL="1828800" lvl="3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marL="2286000" lvl="4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marL="2743200" lvl="5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marL="3200400" lvl="6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marL="3657600" lvl="7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marL="4114800" lvl="8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6351421" y="3860483"/>
            <a:ext cx="19442430" cy="259232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6351421" y="33814229"/>
            <a:ext cx="19442430" cy="5070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lvl="0" indent="-228600" algn="l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marL="914400" lvl="1" indent="-2286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marL="1371600" lvl="2" indent="-228600" algn="l"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marL="1828800" lvl="3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marL="2286000" lvl="4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marL="2743200" lvl="5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marL="3200400" lvl="6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marL="3657600" lvl="7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marL="4114800" lvl="8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1944688" y="9756775"/>
            <a:ext cx="28514675" cy="2916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-19953118" y="114109264"/>
            <a:ext cx="232249028" cy="2583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71895229" y="88540444"/>
            <a:ext cx="232249028" cy="7697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620838" y="10080625"/>
            <a:ext cx="29162375" cy="2851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Autofit/>
          </a:bodyPr>
          <a:lstStyle>
            <a:lvl1pPr marL="457200" marR="0" lvl="0" indent="-1187450" algn="l" rtl="0"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sz="15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1066800" algn="l" rtl="0"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sz="1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946150" algn="l" rtl="0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sz="1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–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»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57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1091" y="38726888"/>
            <a:ext cx="4504707" cy="4504707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31102" y="511219"/>
            <a:ext cx="4543381" cy="4543381"/>
          </a:xfrm>
          <a:prstGeom prst="rect">
            <a:avLst/>
          </a:prstGeom>
        </p:spPr>
      </p:pic>
      <p:sp>
        <p:nvSpPr>
          <p:cNvPr id="88" name="Google Shape;88;p1"/>
          <p:cNvSpPr/>
          <p:nvPr/>
        </p:nvSpPr>
        <p:spPr>
          <a:xfrm>
            <a:off x="7179024" y="1515446"/>
            <a:ext cx="19381448" cy="2012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TÍTULO DO TRABALHO (LETRAS MAIÚSCULAS, NEGRITO, CENTRALIZADO</a:t>
            </a:r>
            <a:endParaRPr sz="6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51957" y="5054600"/>
            <a:ext cx="31131300" cy="4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66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16625966" y="5860997"/>
            <a:ext cx="14842367" cy="2479565"/>
            <a:chOff x="16625966" y="9518597"/>
            <a:chExt cx="14842367" cy="2479565"/>
          </a:xfrm>
        </p:grpSpPr>
        <p:sp>
          <p:nvSpPr>
            <p:cNvPr id="91" name="Google Shape;91;p1"/>
            <p:cNvSpPr/>
            <p:nvPr/>
          </p:nvSpPr>
          <p:spPr>
            <a:xfrm>
              <a:off x="16625966" y="9518597"/>
              <a:ext cx="14841537" cy="1261697"/>
            </a:xfrm>
            <a:prstGeom prst="rect">
              <a:avLst/>
            </a:prstGeom>
            <a:solidFill>
              <a:srgbClr val="93B3D7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RESULTADOS E DISCUSSÃO</a:t>
              </a:r>
              <a:endParaRPr dirty="0"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17126833" y="11074762"/>
              <a:ext cx="143415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"/>
          <p:cNvSpPr/>
          <p:nvPr/>
        </p:nvSpPr>
        <p:spPr>
          <a:xfrm>
            <a:off x="16626350" y="7197371"/>
            <a:ext cx="14841600" cy="13760700"/>
          </a:xfrm>
          <a:prstGeom prst="rect">
            <a:avLst/>
          </a:prstGeom>
          <a:noFill/>
          <a:ln w="127000" cap="flat" cmpd="sng">
            <a:solidFill>
              <a:srgbClr val="318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00" b="1">
                <a:solidFill>
                  <a:schemeClr val="lt1"/>
                </a:solidFill>
              </a:rPr>
              <a:t>llllll</a:t>
            </a:r>
            <a:endParaRPr sz="3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974726" y="5798973"/>
            <a:ext cx="14617700" cy="13671550"/>
            <a:chOff x="974726" y="9432925"/>
            <a:chExt cx="14617700" cy="13671550"/>
          </a:xfrm>
        </p:grpSpPr>
        <p:sp>
          <p:nvSpPr>
            <p:cNvPr id="95" name="Google Shape;95;p1"/>
            <p:cNvSpPr/>
            <p:nvPr/>
          </p:nvSpPr>
          <p:spPr>
            <a:xfrm>
              <a:off x="974726" y="9456738"/>
              <a:ext cx="14617700" cy="1284287"/>
            </a:xfrm>
            <a:prstGeom prst="rect">
              <a:avLst/>
            </a:prstGeom>
            <a:solidFill>
              <a:srgbClr val="93B3D7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INTRODUÇÃO</a:t>
              </a:r>
              <a:endParaRPr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974726" y="9432925"/>
              <a:ext cx="14617700" cy="13671550"/>
            </a:xfrm>
            <a:prstGeom prst="rect">
              <a:avLst/>
            </a:prstGeom>
            <a:noFill/>
            <a:ln w="127000" cap="flat" cmpd="sng">
              <a:solidFill>
                <a:srgbClr val="318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368375" y="10968149"/>
              <a:ext cx="14008200" cy="117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</a:endParaRPr>
            </a:p>
          </p:txBody>
        </p:sp>
      </p:grpSp>
      <p:sp>
        <p:nvSpPr>
          <p:cNvPr id="98" name="Google Shape;98;p1"/>
          <p:cNvSpPr txBox="1"/>
          <p:nvPr/>
        </p:nvSpPr>
        <p:spPr>
          <a:xfrm>
            <a:off x="17065625" y="22977009"/>
            <a:ext cx="1418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1"/>
          <p:cNvGrpSpPr/>
          <p:nvPr/>
        </p:nvGrpSpPr>
        <p:grpSpPr>
          <a:xfrm>
            <a:off x="962413" y="24243111"/>
            <a:ext cx="14694000" cy="14173030"/>
            <a:chOff x="1025476" y="27391058"/>
            <a:chExt cx="14694000" cy="16063731"/>
          </a:xfrm>
        </p:grpSpPr>
        <p:sp>
          <p:nvSpPr>
            <p:cNvPr id="100" name="Google Shape;100;p1"/>
            <p:cNvSpPr/>
            <p:nvPr/>
          </p:nvSpPr>
          <p:spPr>
            <a:xfrm>
              <a:off x="1037788" y="27391058"/>
              <a:ext cx="14651100" cy="2120700"/>
            </a:xfrm>
            <a:prstGeom prst="rect">
              <a:avLst/>
            </a:prstGeom>
            <a:solidFill>
              <a:srgbClr val="93B3D7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MATERIAIS E MÉTODO ou METODOLOGIA</a:t>
              </a:r>
              <a:endParaRPr sz="5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1368377" y="29798963"/>
              <a:ext cx="14008200" cy="8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...</a:t>
              </a:r>
              <a:endParaRPr dirty="0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1025476" y="29457389"/>
              <a:ext cx="14694000" cy="13997400"/>
            </a:xfrm>
            <a:prstGeom prst="rect">
              <a:avLst/>
            </a:prstGeom>
            <a:noFill/>
            <a:ln w="127000" cap="flat" cmpd="sng">
              <a:solidFill>
                <a:srgbClr val="318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600" b="1">
                  <a:solidFill>
                    <a:schemeClr val="lt1"/>
                  </a:solidFill>
                </a:rPr>
                <a:t>[</a:t>
              </a:r>
              <a:endParaRPr sz="2600" b="1">
                <a:solidFill>
                  <a:schemeClr val="lt1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 b="1">
                <a:solidFill>
                  <a:schemeClr val="lt1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 b="1">
                <a:solidFill>
                  <a:schemeClr val="lt1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 b="1">
                <a:solidFill>
                  <a:schemeClr val="lt1"/>
                </a:solidFill>
              </a:endParaRPr>
            </a:p>
          </p:txBody>
        </p:sp>
      </p:grpSp>
      <p:pic>
        <p:nvPicPr>
          <p:cNvPr id="103" name="Google Shape;103;p1"/>
          <p:cNvPicPr preferRelativeResize="0"/>
          <p:nvPr/>
        </p:nvPicPr>
        <p:blipFill>
          <a:blip r:embed="rId5"/>
          <a:srcRect/>
          <a:stretch/>
        </p:blipFill>
        <p:spPr>
          <a:xfrm>
            <a:off x="27539786" y="389456"/>
            <a:ext cx="3253744" cy="476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49851" y="39061819"/>
            <a:ext cx="7315199" cy="3972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"/>
          <p:cNvGrpSpPr/>
          <p:nvPr/>
        </p:nvGrpSpPr>
        <p:grpSpPr>
          <a:xfrm>
            <a:off x="16098649" y="30864888"/>
            <a:ext cx="15507078" cy="6074672"/>
            <a:chOff x="16890271" y="35911110"/>
            <a:chExt cx="15507078" cy="8054457"/>
          </a:xfrm>
        </p:grpSpPr>
        <p:sp>
          <p:nvSpPr>
            <p:cNvPr id="109" name="Google Shape;109;p1"/>
            <p:cNvSpPr/>
            <p:nvPr/>
          </p:nvSpPr>
          <p:spPr>
            <a:xfrm>
              <a:off x="17539849" y="35911110"/>
              <a:ext cx="14857500" cy="1284300"/>
            </a:xfrm>
            <a:prstGeom prst="rect">
              <a:avLst/>
            </a:prstGeom>
            <a:solidFill>
              <a:srgbClr val="93B3D7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REFERÊNCIAS</a:t>
              </a:r>
              <a:endParaRPr dirty="0"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17533212" y="37269267"/>
              <a:ext cx="14857500" cy="6696300"/>
            </a:xfrm>
            <a:prstGeom prst="rect">
              <a:avLst/>
            </a:prstGeom>
            <a:noFill/>
            <a:ln w="127000" cap="flat" cmpd="sng">
              <a:solidFill>
                <a:srgbClr val="318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 txBox="1"/>
            <p:nvPr/>
          </p:nvSpPr>
          <p:spPr>
            <a:xfrm>
              <a:off x="16890271" y="36993241"/>
              <a:ext cx="14649300" cy="7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12" name="Google Shape;112;p1"/>
          <p:cNvSpPr txBox="1"/>
          <p:nvPr/>
        </p:nvSpPr>
        <p:spPr>
          <a:xfrm>
            <a:off x="17075993" y="32202298"/>
            <a:ext cx="14183100" cy="42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/>
          </a:p>
        </p:txBody>
      </p:sp>
      <p:grpSp>
        <p:nvGrpSpPr>
          <p:cNvPr id="113" name="Google Shape;113;p1"/>
          <p:cNvGrpSpPr/>
          <p:nvPr/>
        </p:nvGrpSpPr>
        <p:grpSpPr>
          <a:xfrm>
            <a:off x="16570179" y="21234648"/>
            <a:ext cx="14965617" cy="9257509"/>
            <a:chOff x="16924158" y="27099499"/>
            <a:chExt cx="14965617" cy="9497803"/>
          </a:xfrm>
        </p:grpSpPr>
        <p:sp>
          <p:nvSpPr>
            <p:cNvPr id="114" name="Google Shape;114;p1"/>
            <p:cNvSpPr/>
            <p:nvPr/>
          </p:nvSpPr>
          <p:spPr>
            <a:xfrm>
              <a:off x="16924158" y="27099499"/>
              <a:ext cx="14962326" cy="1459475"/>
            </a:xfrm>
            <a:prstGeom prst="rect">
              <a:avLst/>
            </a:prstGeom>
            <a:solidFill>
              <a:srgbClr val="93B3D7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CONCLUSÃO</a:t>
              </a:r>
              <a:endParaRPr dirty="0"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17000475" y="28642202"/>
              <a:ext cx="14889300" cy="7955100"/>
            </a:xfrm>
            <a:prstGeom prst="rect">
              <a:avLst/>
            </a:prstGeom>
            <a:noFill/>
            <a:ln w="127000" cap="flat" cmpd="sng">
              <a:solidFill>
                <a:srgbClr val="318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"/>
            <p:cNvSpPr txBox="1"/>
            <p:nvPr/>
          </p:nvSpPr>
          <p:spPr>
            <a:xfrm>
              <a:off x="17886300" y="28591775"/>
              <a:ext cx="133623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571500" marR="0" lvl="0" indent="-317500" algn="just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Noto Sans Symbols"/>
                <a:buNone/>
              </a:pPr>
              <a:endPara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1"/>
          <p:cNvGrpSpPr/>
          <p:nvPr/>
        </p:nvGrpSpPr>
        <p:grpSpPr>
          <a:xfrm>
            <a:off x="1021550" y="19782710"/>
            <a:ext cx="14651100" cy="4204962"/>
            <a:chOff x="958825" y="23568021"/>
            <a:chExt cx="14651100" cy="5286600"/>
          </a:xfrm>
        </p:grpSpPr>
        <p:sp>
          <p:nvSpPr>
            <p:cNvPr id="118" name="Google Shape;118;p1"/>
            <p:cNvSpPr/>
            <p:nvPr/>
          </p:nvSpPr>
          <p:spPr>
            <a:xfrm>
              <a:off x="974726" y="23568025"/>
              <a:ext cx="14619300" cy="1284300"/>
            </a:xfrm>
            <a:prstGeom prst="rect">
              <a:avLst/>
            </a:prstGeom>
            <a:solidFill>
              <a:srgbClr val="93B3D7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5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OBJETIVO</a:t>
              </a:r>
              <a:r>
                <a:rPr lang="pt-BR" sz="4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368377" y="24963438"/>
              <a:ext cx="141717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958825" y="23568021"/>
              <a:ext cx="14651100" cy="5286600"/>
            </a:xfrm>
            <a:prstGeom prst="rect">
              <a:avLst/>
            </a:prstGeom>
            <a:noFill/>
            <a:ln w="127000" cap="flat" cmpd="sng">
              <a:solidFill>
                <a:srgbClr val="3185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7667" y="38726888"/>
            <a:ext cx="3783726" cy="3972132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405" y="39064682"/>
            <a:ext cx="4065867" cy="4065867"/>
          </a:xfrm>
          <a:prstGeom prst="rect">
            <a:avLst/>
          </a:prstGeom>
        </p:spPr>
      </p:pic>
      <p:sp>
        <p:nvSpPr>
          <p:cNvPr id="36" name="Google Shape;98;p1"/>
          <p:cNvSpPr txBox="1"/>
          <p:nvPr/>
        </p:nvSpPr>
        <p:spPr>
          <a:xfrm>
            <a:off x="16999596" y="7886294"/>
            <a:ext cx="1418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98;p1"/>
          <p:cNvSpPr txBox="1"/>
          <p:nvPr/>
        </p:nvSpPr>
        <p:spPr>
          <a:xfrm>
            <a:off x="1206075" y="7521468"/>
            <a:ext cx="1418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98;p1"/>
          <p:cNvSpPr txBox="1"/>
          <p:nvPr/>
        </p:nvSpPr>
        <p:spPr>
          <a:xfrm>
            <a:off x="1139825" y="20919609"/>
            <a:ext cx="1418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26</Words>
  <Application>Microsoft Office PowerPoint</Application>
  <PresentationFormat>Personalizar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Noto Sans Symbols</vt:lpstr>
      <vt:lpstr>Times New Roman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Cristiane Clemente de Mello Salgueiro.</dc:creator>
  <cp:lastModifiedBy>MMTec PRODUÇÃO 2</cp:lastModifiedBy>
  <cp:revision>5</cp:revision>
  <dcterms:created xsi:type="dcterms:W3CDTF">1998-11-07T20:40:48Z</dcterms:created>
  <dcterms:modified xsi:type="dcterms:W3CDTF">2024-10-17T01:57:10Z</dcterms:modified>
</cp:coreProperties>
</file>