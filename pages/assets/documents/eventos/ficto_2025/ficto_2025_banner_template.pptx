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2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404050" cy="43205400"/>
  <p:notesSz cx="6877050" cy="10002838"/>
  <p:custDataLst>
    <p:tags r:id="rId5"/>
  </p:custDataLst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1020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FFFFFF"/>
    <a:srgbClr val="CC00FF"/>
    <a:srgbClr val="FFCC66"/>
    <a:srgbClr val="00CC99"/>
    <a:srgbClr val="008080"/>
    <a:srgbClr val="99FFCC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94ED7-C30E-4DE8-9251-6266ADD6180A}" v="2" dt="2022-04-13T12:38:45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9516" autoAdjust="0"/>
  </p:normalViewPr>
  <p:slideViewPr>
    <p:cSldViewPr>
      <p:cViewPr>
        <p:scale>
          <a:sx n="20" d="100"/>
          <a:sy n="20" d="100"/>
        </p:scale>
        <p:origin x="1710" y="-2346"/>
      </p:cViewPr>
      <p:guideLst>
        <p:guide orient="horz" pos="13607"/>
        <p:guide pos="10205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71D60DF-2AC7-4FFB-BB4E-A2A3CEA708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973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4" tIns="0" rIns="20094" bIns="0" numCol="1" anchor="t" anchorCtr="0" compatLnSpc="1">
            <a:prstTxWarp prst="textNoShape">
              <a:avLst/>
            </a:prstTxWarp>
          </a:bodyPr>
          <a:lstStyle>
            <a:lvl1pPr algn="l">
              <a:defRPr sz="1100" b="0" i="1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CBE3BA7-F658-4F45-A90E-243CD319469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97313" y="0"/>
            <a:ext cx="297973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4" tIns="0" rIns="20094" bIns="0" numCol="1" anchor="t" anchorCtr="0" compatLnSpc="1">
            <a:prstTxWarp prst="textNoShape">
              <a:avLst/>
            </a:prstTxWarp>
          </a:bodyPr>
          <a:lstStyle>
            <a:lvl1pPr algn="r">
              <a:defRPr sz="1100" b="0" i="1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2A2E039-57C3-4D34-AAD1-0DA81299AB0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38350" y="757238"/>
            <a:ext cx="2800350" cy="3736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32F93278-23A7-4342-89DD-70543D93C4D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751388"/>
            <a:ext cx="5041900" cy="450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21" tIns="48561" rIns="97121" bIns="485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3BDFF76C-D1D7-41D3-BCAE-A13967627FA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02775"/>
            <a:ext cx="297973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4" tIns="0" rIns="20094" bIns="0" numCol="1" anchor="b" anchorCtr="0" compatLnSpc="1">
            <a:prstTxWarp prst="textNoShape">
              <a:avLst/>
            </a:prstTxWarp>
          </a:bodyPr>
          <a:lstStyle>
            <a:lvl1pPr algn="l">
              <a:defRPr sz="1100" b="0" i="1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22B10675-4437-4477-A5CC-2C92F84442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313" y="9502775"/>
            <a:ext cx="297973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4" tIns="0" rIns="20094" bIns="0" numCol="1" anchor="b" anchorCtr="0" compatLnSpc="1">
            <a:prstTxWarp prst="textNoShape">
              <a:avLst/>
            </a:prstTxWarp>
          </a:bodyPr>
          <a:lstStyle>
            <a:lvl1pPr algn="r">
              <a:defRPr sz="1100" b="0" i="1"/>
            </a:lvl1pPr>
          </a:lstStyle>
          <a:p>
            <a:pPr>
              <a:defRPr/>
            </a:pPr>
            <a:fld id="{E43FC328-1E4E-437A-B8C3-E7D2087227E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59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19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79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3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99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59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19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78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26C8D-8170-43B9-A868-EB945A9D2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1A525-BFFD-4073-A497-22233D9B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A3134-0E15-4FFF-96B3-2AC1045E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4EAEC-CD7E-4553-8EFB-4E43E4A69E9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3897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961CB-407D-4C40-91C8-355F32C9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8EA8-7EBF-4354-A967-25B98A9C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AE54D-1C37-4150-A6BE-4C32D452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11EE5-D851-4D80-B8D0-3D98993B1BB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7815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696" y="27763479"/>
            <a:ext cx="27543443" cy="8581073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59859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9718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95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944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92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9158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901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887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5E96A-F7B4-4094-8C58-9D704B02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047C6-F6F9-4A60-948C-C16D63CA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F45C6-2B9B-4475-BDE8-CBB6B92F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EF08A-27B8-49D0-A0CB-AB458AA9876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5078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43846" y="63507947"/>
            <a:ext cx="51402048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685960" y="63507947"/>
            <a:ext cx="51402051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8C5EEC2-B4E4-4810-B181-EF87D61A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F0B8C3-B624-4D90-ABF2-0440CC6A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E5B191F-0C19-49C4-884C-8B1D6105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5D701-E6B2-44E3-9F32-03CCD0D6543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40273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DF0440B-E27E-42E5-ADA2-6806A7B35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4BA0BAF-CCF3-4389-B7AC-D04ECC9A7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233EF3B-0415-4ED5-892E-8818248C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785DF-22C0-43DA-8573-2C51241B58F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0230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8F721FC-BFBB-433A-B81B-B568BAEC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02862B9-493F-49F2-9316-31C30E021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AC94D-E7E3-4274-A00C-7DB260C3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47096-ECC3-439A-8B17-A521623A5E3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0467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FBE26DE-B029-461F-BAA4-34639DFE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9AA0359-02BD-409E-B930-136A20C0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B1194AC-AA8B-4FA1-A4D0-057912F4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F8F0B-AC45-4AE0-8C97-D3DCE23AE8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831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208" y="1720215"/>
            <a:ext cx="10660709" cy="7320915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0208" y="9041139"/>
            <a:ext cx="10660709" cy="29553697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6DB2B7-A836-4CC1-8120-CF245BCC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F8D251-ED1D-401A-B25C-FFF304C7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09A568-E8AA-477E-B744-237C18EC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3811D-3F42-4DCD-9FF0-EB67BC0E11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5490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</p:spPr>
        <p:txBody>
          <a:bodyPr rtlCol="0">
            <a:normAutofit/>
          </a:bodyPr>
          <a:lstStyle>
            <a:lvl1pPr marL="0" indent="0">
              <a:buNone/>
              <a:defRPr sz="15100"/>
            </a:lvl1pPr>
            <a:lvl2pPr marL="2159859" indent="0">
              <a:buNone/>
              <a:defRPr sz="13200"/>
            </a:lvl2pPr>
            <a:lvl3pPr marL="4319718" indent="0">
              <a:buNone/>
              <a:defRPr sz="11300"/>
            </a:lvl3pPr>
            <a:lvl4pPr marL="6479577" indent="0">
              <a:buNone/>
              <a:defRPr sz="9500"/>
            </a:lvl4pPr>
            <a:lvl5pPr marL="8639440" indent="0">
              <a:buNone/>
              <a:defRPr sz="9500"/>
            </a:lvl5pPr>
            <a:lvl6pPr marL="10799299" indent="0">
              <a:buNone/>
              <a:defRPr sz="9500"/>
            </a:lvl6pPr>
            <a:lvl7pPr marL="12959158" indent="0">
              <a:buNone/>
              <a:defRPr sz="9500"/>
            </a:lvl7pPr>
            <a:lvl8pPr marL="15119017" indent="0">
              <a:buNone/>
              <a:defRPr sz="9500"/>
            </a:lvl8pPr>
            <a:lvl9pPr marL="17278876" indent="0">
              <a:buNone/>
              <a:defRPr sz="9500"/>
            </a:lvl9pPr>
          </a:lstStyle>
          <a:p>
            <a:pPr lvl="0"/>
            <a:endParaRPr lang="pt-B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C8C0B2-6921-4E48-B2EE-4B018FD2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B4A9307-FE25-4A0A-8CD8-54D71938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3D10FA0-9D41-4C4E-8444-5C3A2EEF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75305-8FAC-4405-819A-83B655571E3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2122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E246-A23E-4E05-92ED-C34E8F77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84DBD-1306-4C27-B08F-2902DFFE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707C-AA5E-4991-87F8-8EE691F9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9E49D-177C-477D-982E-770042B82B2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0494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43850" y="10901365"/>
            <a:ext cx="76970870" cy="2322490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8D05B-50E7-400E-971C-297BC4BB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181AC-FB3D-4CE4-9B82-45C9E7FA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BFE5B-46BD-4E81-9181-C7926949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B6CF6-BD47-49F8-B0D2-01FD5CD00D2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0016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F4A3E9A-3190-40CA-A6A5-15B0FEEED8F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1974" tIns="215984" rIns="431974" bIns="215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  <a:endParaRPr lang="pt-BR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CBCE856-EED1-4295-BA0A-B24A145837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620838" y="10080625"/>
            <a:ext cx="29162375" cy="285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1974" tIns="215984" rIns="431974" bIns="2159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  <a:endParaRPr lang="pt-BR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6F581-A8D3-4E34-8A39-B38CED6DB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1D848-4C2D-4727-B5C3-851A85E26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0084C-51C2-45E6-83AE-B0DB989F3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 vert="horz" wrap="square" lIns="431974" tIns="215984" rIns="431974" bIns="215984" numCol="1" anchor="ctr" anchorCtr="0" compatLnSpc="1">
            <a:prstTxWarp prst="textNoShape">
              <a:avLst/>
            </a:prstTxWarp>
          </a:bodyPr>
          <a:lstStyle>
            <a:lvl1pPr algn="r">
              <a:defRPr sz="57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B7017E4-FE55-477B-AB5F-A3B54A37B61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319588" rtl="0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2pPr>
      <a:lvl3pPr algn="ctr" defTabSz="4319588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3pPr>
      <a:lvl4pPr algn="ctr" defTabSz="4319588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4pPr>
      <a:lvl5pPr algn="ctr" defTabSz="4319588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319588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319588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319588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319588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1619250" indent="-1619250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8375" indent="-1349375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9088" indent="-1079500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8088" indent="-1079500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18675" indent="-1079500" algn="l" defTabSz="4319588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79226" indent="-1079932" algn="l" defTabSz="43197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085" indent="-1079932" algn="l" defTabSz="43197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944" indent="-1079932" algn="l" defTabSz="43197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808" indent="-1079932" algn="l" defTabSz="43197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5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1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957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944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29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915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901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876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>
            <a:extLst>
              <a:ext uri="{FF2B5EF4-FFF2-40B4-BE49-F238E27FC236}">
                <a16:creationId xmlns:a16="http://schemas.microsoft.com/office/drawing/2014/main" id="{B3A53AC0-7817-4516-ACA0-344B4A1F7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9024" y="1515446"/>
            <a:ext cx="19381448" cy="20128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100813" tIns="50406" rIns="100813" bIns="50406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2700020" algn="ctr"/>
                <a:tab pos="4610100" algn="l"/>
              </a:tabLst>
            </a:pPr>
            <a:r>
              <a:rPr lang="pt-BR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TÍTULO DO TRABALHO (LETRAS MAIÚSCULAS, NEGRITO, CENTRALIZADO</a:t>
            </a:r>
            <a:endParaRPr lang="pt-BR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5" name="Rectangle 676">
            <a:extLst>
              <a:ext uri="{FF2B5EF4-FFF2-40B4-BE49-F238E27FC236}">
                <a16:creationId xmlns:a16="http://schemas.microsoft.com/office/drawing/2014/main" id="{D1DDF3BE-5E92-4F51-A8F6-6F990F0EA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57" y="5054600"/>
            <a:ext cx="31131368" cy="4205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100813" tIns="50406" rIns="100813" bIns="50406">
            <a:spAutoFit/>
          </a:bodyPr>
          <a:lstStyle>
            <a:lvl1pPr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Raimundo José Pereira</a:t>
            </a:r>
            <a:r>
              <a:rPr lang="pt-BR" sz="4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Joana Barreto Luz</a:t>
            </a:r>
            <a:r>
              <a:rPr lang="pt-BR" sz="4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Pedro Calado de Vasconcelos</a:t>
            </a:r>
            <a:r>
              <a:rPr lang="pt-BR" sz="4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400" b="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pt-BR" sz="4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Graduando em Administração pelo Instituto Federal do Piauí campus Pedro II; </a:t>
            </a:r>
            <a:r>
              <a:rPr lang="pt-BR" sz="4400" b="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4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Graduando do Curso de Análise e Desenvolvimento de Sistema (ADS)  pelo Instituto Federal do Piauí campus Pedro II ; </a:t>
            </a:r>
            <a:r>
              <a:rPr lang="pt-BR" sz="4400" b="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sz="4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Graduando do curso de Ciências Biológicas pelo Instituto Federal do Piauí campus Pedro II</a:t>
            </a:r>
            <a:endParaRPr lang="pt-BR" sz="4400" b="0" i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endParaRPr lang="pt-BR" altLang="pt-BR" sz="6600" b="0" i="1" dirty="0">
              <a:solidFill>
                <a:srgbClr val="000000"/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00A3923-A84D-8EB2-1089-7B6FCB0E9830}"/>
              </a:ext>
            </a:extLst>
          </p:cNvPr>
          <p:cNvGrpSpPr/>
          <p:nvPr/>
        </p:nvGrpSpPr>
        <p:grpSpPr>
          <a:xfrm>
            <a:off x="16496470" y="8705300"/>
            <a:ext cx="14886034" cy="3855806"/>
            <a:chOff x="16582274" y="8603951"/>
            <a:chExt cx="14886034" cy="3855806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16374B7-DF36-465D-9C18-97FBF59D5622}"/>
                </a:ext>
              </a:extLst>
            </p:cNvPr>
            <p:cNvSpPr/>
            <p:nvPr/>
          </p:nvSpPr>
          <p:spPr>
            <a:xfrm>
              <a:off x="16582274" y="8603951"/>
              <a:ext cx="14841537" cy="126169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RESULTADOS E DISCUSSÃO</a:t>
              </a:r>
            </a:p>
          </p:txBody>
        </p:sp>
        <p:sp>
          <p:nvSpPr>
            <p:cNvPr id="3084" name="CaixaDeTexto 11">
              <a:extLst>
                <a:ext uri="{FF2B5EF4-FFF2-40B4-BE49-F238E27FC236}">
                  <a16:creationId xmlns:a16="http://schemas.microsoft.com/office/drawing/2014/main" id="{03B3700F-B867-47C8-AE6B-5C4DA01BD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26833" y="11074762"/>
              <a:ext cx="14341475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pt-BR" altLang="pt-BR" sz="4400" b="0" dirty="0">
                  <a:cs typeface="Arial" panose="020B0604020202020204" pitchFamily="34" charset="0"/>
                </a:rPr>
                <a:t>Texto</a:t>
              </a:r>
              <a:r>
                <a:rPr lang="pt-BR" altLang="pt-BR" sz="4000" b="0" dirty="0">
                  <a:cs typeface="Arial" panose="020B0604020202020204" pitchFamily="34" charset="0"/>
                </a:rPr>
                <a:t>...</a:t>
              </a:r>
            </a:p>
            <a:p>
              <a:pPr algn="just"/>
              <a:endParaRPr lang="pt-BR" altLang="pt-BR" sz="4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2657814-FD2D-090D-16D7-187ED34C8E23}"/>
              </a:ext>
            </a:extLst>
          </p:cNvPr>
          <p:cNvGrpSpPr/>
          <p:nvPr/>
        </p:nvGrpSpPr>
        <p:grpSpPr>
          <a:xfrm>
            <a:off x="936547" y="22903748"/>
            <a:ext cx="14651037" cy="4156075"/>
            <a:chOff x="974726" y="23568025"/>
            <a:chExt cx="14651037" cy="4156075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8940D2C-B0D0-4E45-A45C-37831F247002}"/>
                </a:ext>
              </a:extLst>
            </p:cNvPr>
            <p:cNvSpPr/>
            <p:nvPr/>
          </p:nvSpPr>
          <p:spPr>
            <a:xfrm>
              <a:off x="974726" y="23568025"/>
              <a:ext cx="14619287" cy="128428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OBJETIVO</a:t>
              </a:r>
              <a:r>
                <a:rPr lang="pt-BR" sz="4000" dirty="0">
                  <a:solidFill>
                    <a:prstClr val="black"/>
                  </a:solidFill>
                </a:rPr>
                <a:t> </a:t>
              </a:r>
            </a:p>
          </p:txBody>
        </p:sp>
        <p:sp>
          <p:nvSpPr>
            <p:cNvPr id="3080" name="CaixaDeTexto 7">
              <a:extLst>
                <a:ext uri="{FF2B5EF4-FFF2-40B4-BE49-F238E27FC236}">
                  <a16:creationId xmlns:a16="http://schemas.microsoft.com/office/drawing/2014/main" id="{FDBC95C0-5556-44B1-8B15-E7ABA8C0D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8377" y="24963438"/>
              <a:ext cx="14171661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pt-BR" altLang="pt-BR" sz="4400" b="0" dirty="0">
                  <a:cs typeface="Arial" panose="020B0604020202020204" pitchFamily="34" charset="0"/>
                </a:rPr>
                <a:t>Texto</a:t>
              </a:r>
              <a:r>
                <a:rPr lang="pt-BR" altLang="pt-BR" sz="4000" b="0" dirty="0">
                  <a:cs typeface="Arial" panose="020B0604020202020204" pitchFamily="34" charset="0"/>
                </a:rPr>
                <a:t>...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68061426-B519-4108-AE07-B4DAC2E164ED}"/>
                </a:ext>
              </a:extLst>
            </p:cNvPr>
            <p:cNvSpPr/>
            <p:nvPr/>
          </p:nvSpPr>
          <p:spPr>
            <a:xfrm>
              <a:off x="974726" y="23607713"/>
              <a:ext cx="14651037" cy="4116387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321C52F-1F5C-4154-4A58-D53F2BB24D3D}"/>
              </a:ext>
            </a:extLst>
          </p:cNvPr>
          <p:cNvGrpSpPr/>
          <p:nvPr/>
        </p:nvGrpSpPr>
        <p:grpSpPr>
          <a:xfrm>
            <a:off x="974726" y="27716222"/>
            <a:ext cx="14693899" cy="11838945"/>
            <a:chOff x="974726" y="28227337"/>
            <a:chExt cx="14693899" cy="13997317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E87ED96C-2F64-4CAF-A339-26EB314D9BD1}"/>
                </a:ext>
              </a:extLst>
            </p:cNvPr>
            <p:cNvSpPr/>
            <p:nvPr/>
          </p:nvSpPr>
          <p:spPr>
            <a:xfrm>
              <a:off x="974726" y="28227338"/>
              <a:ext cx="14651037" cy="128428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MATERIAIS </a:t>
              </a:r>
              <a:r>
                <a:rPr lang="pt-BR" sz="5400">
                  <a:solidFill>
                    <a:prstClr val="black"/>
                  </a:solidFill>
                </a:rPr>
                <a:t>E MÉTODO</a:t>
              </a:r>
              <a:endParaRPr lang="pt-BR" sz="5400" dirty="0">
                <a:solidFill>
                  <a:prstClr val="black"/>
                </a:solidFill>
              </a:endParaRPr>
            </a:p>
          </p:txBody>
        </p:sp>
        <p:sp>
          <p:nvSpPr>
            <p:cNvPr id="3082" name="CaixaDeTexto 9">
              <a:extLst>
                <a:ext uri="{FF2B5EF4-FFF2-40B4-BE49-F238E27FC236}">
                  <a16:creationId xmlns:a16="http://schemas.microsoft.com/office/drawing/2014/main" id="{D8FCA8DD-C4BF-4435-9874-42F7DEE54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8377" y="29798963"/>
              <a:ext cx="14008148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pt-BR" altLang="pt-BR" sz="4400" b="0" dirty="0">
                  <a:cs typeface="Arial" panose="020B0604020202020204" pitchFamily="34" charset="0"/>
                </a:rPr>
                <a:t>Texto</a:t>
              </a:r>
              <a:r>
                <a:rPr lang="pt-BR" altLang="pt-BR" sz="4000" b="0" dirty="0">
                  <a:cs typeface="Arial" panose="020B0604020202020204" pitchFamily="34" charset="0"/>
                </a:rPr>
                <a:t>...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4DA5EF76-D496-404E-9BB3-7D12B70365D5}"/>
                </a:ext>
              </a:extLst>
            </p:cNvPr>
            <p:cNvSpPr/>
            <p:nvPr/>
          </p:nvSpPr>
          <p:spPr>
            <a:xfrm>
              <a:off x="974726" y="28227337"/>
              <a:ext cx="14693899" cy="13997317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sp>
        <p:nvSpPr>
          <p:cNvPr id="18" name="Retângulo 17">
            <a:extLst>
              <a:ext uri="{FF2B5EF4-FFF2-40B4-BE49-F238E27FC236}">
                <a16:creationId xmlns:a16="http://schemas.microsoft.com/office/drawing/2014/main" id="{E70FFE01-8EDE-4312-AF8B-F040AE7A547C}"/>
              </a:ext>
            </a:extLst>
          </p:cNvPr>
          <p:cNvSpPr/>
          <p:nvPr/>
        </p:nvSpPr>
        <p:spPr>
          <a:xfrm>
            <a:off x="16486584" y="8502475"/>
            <a:ext cx="14841537" cy="16566127"/>
          </a:xfrm>
          <a:prstGeom prst="rect">
            <a:avLst/>
          </a:prstGeom>
          <a:noFill/>
          <a:ln w="1270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1E55777-253C-ADA1-74B7-95BBB7C62DE7}"/>
              </a:ext>
            </a:extLst>
          </p:cNvPr>
          <p:cNvGrpSpPr/>
          <p:nvPr/>
        </p:nvGrpSpPr>
        <p:grpSpPr>
          <a:xfrm>
            <a:off x="16433595" y="25681888"/>
            <a:ext cx="14889161" cy="6904331"/>
            <a:chOff x="16540162" y="27199513"/>
            <a:chExt cx="14889161" cy="7954962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8CAA4DCA-EB36-4D1C-943C-C322D8E1D327}"/>
                </a:ext>
              </a:extLst>
            </p:cNvPr>
            <p:cNvSpPr/>
            <p:nvPr/>
          </p:nvSpPr>
          <p:spPr>
            <a:xfrm>
              <a:off x="16578263" y="27219324"/>
              <a:ext cx="14851060" cy="128428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CONCLUSÃO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9EC2BC1F-43D5-4B0F-BC10-E5C86E889B7A}"/>
                </a:ext>
              </a:extLst>
            </p:cNvPr>
            <p:cNvSpPr txBox="1"/>
            <p:nvPr/>
          </p:nvSpPr>
          <p:spPr>
            <a:xfrm>
              <a:off x="16850097" y="28591767"/>
              <a:ext cx="14398624" cy="20005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pt-BR" sz="4400" b="0" dirty="0">
                  <a:cs typeface="Arial" panose="020B0604020202020204" pitchFamily="34" charset="0"/>
                </a:rPr>
                <a:t>Texto</a:t>
              </a:r>
              <a:r>
                <a:rPr lang="pt-BR" sz="4000" b="0" dirty="0">
                  <a:cs typeface="Arial" panose="020B0604020202020204" pitchFamily="34" charset="0"/>
                </a:rPr>
                <a:t>...</a:t>
              </a:r>
            </a:p>
            <a:p>
              <a:pPr algn="just">
                <a:defRPr/>
              </a:pPr>
              <a:r>
                <a:rPr lang="pt-BR" sz="4000" dirty="0">
                  <a:cs typeface="Arial" panose="020B0604020202020204" pitchFamily="34" charset="0"/>
                </a:rPr>
                <a:t> </a:t>
              </a:r>
            </a:p>
            <a:p>
              <a:pPr marL="571500" indent="-571500" algn="just">
                <a:buFont typeface="Wingdings" panose="05000000000000000000" pitchFamily="2" charset="2"/>
                <a:buChar char="Ø"/>
                <a:defRPr/>
              </a:pPr>
              <a:endParaRPr lang="pt-BR" sz="4000" dirty="0">
                <a:cs typeface="Arial" panose="020B0604020202020204" pitchFamily="34" charset="0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C1EA0BBB-0CCC-41C0-9B63-8DF99B051626}"/>
                </a:ext>
              </a:extLst>
            </p:cNvPr>
            <p:cNvSpPr/>
            <p:nvPr/>
          </p:nvSpPr>
          <p:spPr>
            <a:xfrm>
              <a:off x="16540162" y="27199513"/>
              <a:ext cx="14889161" cy="7954962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79C7A36-F6FA-2B79-8659-38D400647375}"/>
              </a:ext>
            </a:extLst>
          </p:cNvPr>
          <p:cNvGrpSpPr/>
          <p:nvPr/>
        </p:nvGrpSpPr>
        <p:grpSpPr>
          <a:xfrm>
            <a:off x="16471696" y="33491711"/>
            <a:ext cx="14977342" cy="5952300"/>
            <a:chOff x="16562387" y="35528250"/>
            <a:chExt cx="14977342" cy="6696404"/>
          </a:xfrm>
        </p:grpSpPr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E15D068-0814-45C1-877C-D6C584D357DF}"/>
                </a:ext>
              </a:extLst>
            </p:cNvPr>
            <p:cNvSpPr/>
            <p:nvPr/>
          </p:nvSpPr>
          <p:spPr>
            <a:xfrm>
              <a:off x="16562388" y="35572252"/>
              <a:ext cx="14857412" cy="128428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REFERÊNCIAS</a:t>
              </a:r>
            </a:p>
          </p:txBody>
        </p:sp>
        <p:sp>
          <p:nvSpPr>
            <p:cNvPr id="3093" name="CaixaDeTexto 20">
              <a:extLst>
                <a:ext uri="{FF2B5EF4-FFF2-40B4-BE49-F238E27FC236}">
                  <a16:creationId xmlns:a16="http://schemas.microsoft.com/office/drawing/2014/main" id="{8602AA0E-34D4-4EF4-B6E5-234647F6E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0280" y="36993248"/>
              <a:ext cx="1464944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3200" dirty="0">
                  <a:cs typeface="Arial" panose="020B0604020202020204" pitchFamily="34" charset="0"/>
                </a:rPr>
                <a:t>Referências...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5CD15713-4873-42E5-B123-C699EC41ECC4}"/>
                </a:ext>
              </a:extLst>
            </p:cNvPr>
            <p:cNvSpPr/>
            <p:nvPr/>
          </p:nvSpPr>
          <p:spPr>
            <a:xfrm>
              <a:off x="16562387" y="35528250"/>
              <a:ext cx="14857413" cy="6696404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744454B-0730-F8A1-1818-F938B331AE4A}"/>
              </a:ext>
            </a:extLst>
          </p:cNvPr>
          <p:cNvGrpSpPr/>
          <p:nvPr/>
        </p:nvGrpSpPr>
        <p:grpSpPr>
          <a:xfrm>
            <a:off x="974726" y="8615487"/>
            <a:ext cx="14617700" cy="13671550"/>
            <a:chOff x="974726" y="9432925"/>
            <a:chExt cx="14617700" cy="13671550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EA65AA94-584D-446A-A8F6-5172CCDCA5A2}"/>
                </a:ext>
              </a:extLst>
            </p:cNvPr>
            <p:cNvSpPr/>
            <p:nvPr/>
          </p:nvSpPr>
          <p:spPr>
            <a:xfrm>
              <a:off x="974726" y="9456738"/>
              <a:ext cx="14617700" cy="128428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196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5400" dirty="0">
                  <a:solidFill>
                    <a:prstClr val="black"/>
                  </a:solidFill>
                </a:rPr>
                <a:t>INTRODUÇÃO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2001D95E-3739-4A59-9B3B-3EA7E178CB48}"/>
                </a:ext>
              </a:extLst>
            </p:cNvPr>
            <p:cNvSpPr/>
            <p:nvPr/>
          </p:nvSpPr>
          <p:spPr>
            <a:xfrm>
              <a:off x="974726" y="9432925"/>
              <a:ext cx="14617700" cy="13671550"/>
            </a:xfrm>
            <a:prstGeom prst="rect">
              <a:avLst/>
            </a:prstGeom>
            <a:noFill/>
            <a:ln w="1270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3095" name="Retângulo 22">
              <a:extLst>
                <a:ext uri="{FF2B5EF4-FFF2-40B4-BE49-F238E27FC236}">
                  <a16:creationId xmlns:a16="http://schemas.microsoft.com/office/drawing/2014/main" id="{251B6F49-BF5D-452D-8DCA-2CD8FC2C1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377" y="10968038"/>
              <a:ext cx="14008148" cy="83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pt-BR" altLang="pt-BR" sz="4400" b="0" dirty="0">
                  <a:cs typeface="Arial" panose="020B0604020202020204" pitchFamily="34" charset="0"/>
                </a:rPr>
                <a:t>Texto...</a:t>
              </a:r>
            </a:p>
          </p:txBody>
        </p:sp>
      </p:grpSp>
      <p:graphicFrame>
        <p:nvGraphicFramePr>
          <p:cNvPr id="3097" name="Gráfico 24">
            <a:extLst>
              <a:ext uri="{FF2B5EF4-FFF2-40B4-BE49-F238E27FC236}">
                <a16:creationId xmlns:a16="http://schemas.microsoft.com/office/drawing/2014/main" id="{E62959A6-C3CB-4264-9E95-FAD796480F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9512078"/>
              </p:ext>
            </p:extLst>
          </p:nvPr>
        </p:nvGraphicFramePr>
        <p:xfrm>
          <a:off x="20025060" y="16289268"/>
          <a:ext cx="8279482" cy="6732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327688" imgH="7577985" progId="Excel.Chart.8">
                  <p:embed/>
                </p:oleObj>
              </mc:Choice>
              <mc:Fallback>
                <p:oleObj name="Chart" r:id="rId2" imgW="9327688" imgH="7577985" progId="Excel.Chart.8">
                  <p:embed/>
                  <p:pic>
                    <p:nvPicPr>
                      <p:cNvPr id="3097" name="Gráfico 24">
                        <a:extLst>
                          <a:ext uri="{FF2B5EF4-FFF2-40B4-BE49-F238E27FC236}">
                            <a16:creationId xmlns:a16="http://schemas.microsoft.com/office/drawing/2014/main" id="{E62959A6-C3CB-4264-9E95-FAD796480F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5060" y="16289268"/>
                        <a:ext cx="8279482" cy="6732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8" name="CaixaDeTexto 25">
            <a:extLst>
              <a:ext uri="{FF2B5EF4-FFF2-40B4-BE49-F238E27FC236}">
                <a16:creationId xmlns:a16="http://schemas.microsoft.com/office/drawing/2014/main" id="{8D9D068E-E0B3-4CDB-8B4F-ACC002B57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8924" y="23304993"/>
            <a:ext cx="141830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3600" dirty="0"/>
              <a:t>Gráfico 1. </a:t>
            </a:r>
            <a:r>
              <a:rPr lang="pt-BR" altLang="pt-BR" sz="3600" b="0" dirty="0"/>
              <a:t>Perfil....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3A67644A-D7D0-D066-0220-86D7ADCB0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9786" y="375867"/>
            <a:ext cx="3253744" cy="4791227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C3B4B487-5BDE-C602-CC95-0369C22E27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377" y="142581"/>
            <a:ext cx="4589190" cy="504143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28C02CE-5E86-58A4-C302-2B972F2AA8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204" y="39871554"/>
            <a:ext cx="30051423" cy="296596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1561</TotalTime>
  <Words>97</Words>
  <Application>Microsoft Office PowerPoint</Application>
  <PresentationFormat>Personalizar</PresentationFormat>
  <Paragraphs>17</Paragraphs>
  <Slides>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Times New Roman</vt:lpstr>
      <vt:lpstr>Wingdings</vt:lpstr>
      <vt:lpstr>Office Theme</vt:lpstr>
      <vt:lpstr>Chart</vt:lpstr>
      <vt:lpstr>Apresentação do PowerPoint</vt:lpstr>
    </vt:vector>
  </TitlesOfParts>
  <Company>Mello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Parciais</dc:title>
  <dc:creator>Cristiane Clemente de Mello Salgueiro.</dc:creator>
  <cp:lastModifiedBy>WILTON</cp:lastModifiedBy>
  <cp:revision>97</cp:revision>
  <cp:lastPrinted>2013-10-29T00:52:28Z</cp:lastPrinted>
  <dcterms:created xsi:type="dcterms:W3CDTF">1998-11-07T20:40:48Z</dcterms:created>
  <dcterms:modified xsi:type="dcterms:W3CDTF">2025-10-07T12:34:52Z</dcterms:modified>
</cp:coreProperties>
</file>